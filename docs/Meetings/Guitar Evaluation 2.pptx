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3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4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71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3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4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4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0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7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2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94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17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D5795-1DF4-77AA-361C-E50C036A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r>
              <a:rPr lang="en-GB" sz="5800"/>
              <a:t>Guitar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C98FE-73B9-F34B-70A7-FFF728237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en-GB" dirty="0"/>
              <a:t>Training CNN</a:t>
            </a:r>
          </a:p>
          <a:p>
            <a:r>
              <a:rPr lang="en-GB" dirty="0"/>
              <a:t>Evaluating Fretboard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Guitar tangled with Christmas lights">
            <a:extLst>
              <a:ext uri="{FF2B5EF4-FFF2-40B4-BE49-F238E27FC236}">
                <a16:creationId xmlns:a16="http://schemas.microsoft.com/office/drawing/2014/main" id="{9413C126-E232-E509-9441-A6E8C8AC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48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9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0C6D-3028-7219-9FE0-67EAC5B5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254001"/>
            <a:ext cx="10890929" cy="1097280"/>
          </a:xfrm>
        </p:spPr>
        <p:txBody>
          <a:bodyPr/>
          <a:lstStyle/>
          <a:p>
            <a:r>
              <a:rPr lang="en-GB" dirty="0"/>
              <a:t>Fretboard Tab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BDA5E-1F7C-E8E7-1C1E-44FD6474B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32" y="4884943"/>
            <a:ext cx="703995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1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CF41-19F5-C08C-7BE9-56237C43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4481"/>
            <a:ext cx="10890929" cy="1097280"/>
          </a:xfrm>
        </p:spPr>
        <p:txBody>
          <a:bodyPr/>
          <a:lstStyle/>
          <a:p>
            <a:r>
              <a:rPr lang="en-GB" dirty="0"/>
              <a:t>Fretboard Evaluation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281E54-F3DE-2ECB-C6C8-412D3C3B7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044" y="3975858"/>
            <a:ext cx="7097115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632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Grandview Display</vt:lpstr>
      <vt:lpstr>DashVTI</vt:lpstr>
      <vt:lpstr>Guitar Evaluation</vt:lpstr>
      <vt:lpstr>Fretboard Tab</vt:lpstr>
      <vt:lpstr>Fretboard Evaluation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aryan11 sunil</dc:creator>
  <cp:lastModifiedBy>aryan11 sunil</cp:lastModifiedBy>
  <cp:revision>2</cp:revision>
  <dcterms:created xsi:type="dcterms:W3CDTF">2025-12-02T10:18:26Z</dcterms:created>
  <dcterms:modified xsi:type="dcterms:W3CDTF">2025-12-02T22:50:47Z</dcterms:modified>
</cp:coreProperties>
</file>