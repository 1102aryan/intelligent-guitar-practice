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57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F7"/>
    <a:srgbClr val="FFF7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9" d="100"/>
          <a:sy n="79" d="100"/>
        </p:scale>
        <p:origin x="86" y="3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074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771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725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37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38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822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773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051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893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51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624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508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A32057F-F015-B1B2-4E3E-2307F8EFC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C8FF3B-EEA6-CD7B-3939-089A44BA98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>
            <a:normAutofit/>
          </a:bodyPr>
          <a:lstStyle/>
          <a:p>
            <a:pPr algn="l"/>
            <a:r>
              <a:rPr lang="en-GB" sz="5400" dirty="0"/>
              <a:t>Supervisor Meeting - Friday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5BD182-1163-67B6-F2D2-AD4FF6BEA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088"/>
          <a:stretch>
            <a:fillRect/>
          </a:stretch>
        </p:blipFill>
        <p:spPr>
          <a:xfrm>
            <a:off x="20" y="1"/>
            <a:ext cx="65755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3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A0D69-F67C-CF79-8AA3-67D28A6B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3668-E357-36EE-18E5-7636C109C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Basic version – Pitch</a:t>
            </a:r>
          </a:p>
          <a:p>
            <a:r>
              <a:rPr lang="en-GB" dirty="0" err="1"/>
              <a:t>GuitarSet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045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18398-494E-FA07-F0B2-F5F640928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Pitch (Control)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D6C78-A73B-07E2-DB5B-377EA74CE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412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F1E4D-9D79-AE75-533E-1F1B9AEA2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Pitch +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80076-0802-121B-D103-9D56EEA93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8349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EDF5-C5C9-28BB-ACC7-F865864B3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Pitch + Postprocessing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FAB76-894E-E1E3-2852-ABD9A2835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04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91FE7-FBF4-7BA5-92F8-B29FA28C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Pitch + Pre + Postprocessing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A883B-8459-586F-7D7B-767180889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4432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58947-F524-4559-37AC-94BD7D111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Fretboard Mapping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5B730-C808-E536-C699-6D53934766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5412233" cy="4593828"/>
          </a:xfrm>
        </p:spPr>
        <p:txBody>
          <a:bodyPr/>
          <a:lstStyle/>
          <a:p>
            <a:r>
              <a:rPr lang="en-GB" dirty="0"/>
              <a:t>Current Fretboard Mapping: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GB" dirty="0"/>
              <a:t>Greedy Heuristic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GB" dirty="0"/>
              <a:t>Nearest fret distance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GB" dirty="0"/>
              <a:t>No context (Does not factor in the previous or next fret)</a:t>
            </a:r>
          </a:p>
          <a:p>
            <a:pPr marL="571500" lvl="1" indent="-342900">
              <a:buFont typeface="+mj-lt"/>
              <a:buAutoNum type="arabicPeriod"/>
            </a:pPr>
            <a:r>
              <a:rPr lang="en-GB" dirty="0"/>
              <a:t>Simple and fast</a:t>
            </a:r>
          </a:p>
        </p:txBody>
      </p:sp>
    </p:spTree>
    <p:extLst>
      <p:ext uri="{BB962C8B-B14F-4D97-AF65-F5344CB8AC3E}">
        <p14:creationId xmlns:p14="http://schemas.microsoft.com/office/powerpoint/2010/main" val="3124104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8EE39-0C32-8F77-BC90-0E1ECD3A5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Metric for Fretboard Mapping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08431-E789-2B96-F51B-8B06A673B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3866252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62</Words>
  <Application>Microsoft Office PowerPoint</Application>
  <PresentationFormat>Widescreen</PresentationFormat>
  <Paragraphs>15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Neue Haas Grotesk Text Pro</vt:lpstr>
      <vt:lpstr>VanillaVTI</vt:lpstr>
      <vt:lpstr>Supervisor Meeting - Friday</vt:lpstr>
      <vt:lpstr>Evaluation Metric</vt:lpstr>
      <vt:lpstr>Basic Pitch (Control)</vt:lpstr>
      <vt:lpstr>Basic Pitch + Preprocessing</vt:lpstr>
      <vt:lpstr>Basic Pitch + Postprocessing</vt:lpstr>
      <vt:lpstr>Basic Pitch + Pre + Postprocessing</vt:lpstr>
      <vt:lpstr>Fretboard Mapping</vt:lpstr>
      <vt:lpstr>Evaluating Metric for Fretboard Mapping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aryan11 sunil</dc:creator>
  <cp:lastModifiedBy>aryan11 sunil</cp:lastModifiedBy>
  <cp:revision>3</cp:revision>
  <dcterms:created xsi:type="dcterms:W3CDTF">2025-11-11T16:40:06Z</dcterms:created>
  <dcterms:modified xsi:type="dcterms:W3CDTF">2025-11-12T21:04:33Z</dcterms:modified>
</cp:coreProperties>
</file>